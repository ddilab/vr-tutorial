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81" r:id="rId3"/>
    <p:sldId id="282" r:id="rId4"/>
    <p:sldId id="283" r:id="rId5"/>
    <p:sldId id="284" r:id="rId6"/>
    <p:sldId id="285"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8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77E70-7052-4A74-ABAA-C96439E921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64CC151-5670-4F16-9D0D-EFBBCE81A2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9C75C13-7805-40C8-A23F-522C372ED4B3}"/>
              </a:ext>
            </a:extLst>
          </p:cNvPr>
          <p:cNvSpPr>
            <a:spLocks noGrp="1"/>
          </p:cNvSpPr>
          <p:nvPr>
            <p:ph type="dt" sz="half" idx="10"/>
          </p:nvPr>
        </p:nvSpPr>
        <p:spPr/>
        <p:txBody>
          <a:bodyPr/>
          <a:lstStyle/>
          <a:p>
            <a:fld id="{FC96477D-1C5C-42CD-8C6D-E0721A5E8C74}" type="datetimeFigureOut">
              <a:rPr lang="en-US" smtClean="0"/>
              <a:t>4/30/2019</a:t>
            </a:fld>
            <a:endParaRPr lang="en-US"/>
          </a:p>
        </p:txBody>
      </p:sp>
      <p:sp>
        <p:nvSpPr>
          <p:cNvPr id="5" name="Footer Placeholder 4">
            <a:extLst>
              <a:ext uri="{FF2B5EF4-FFF2-40B4-BE49-F238E27FC236}">
                <a16:creationId xmlns:a16="http://schemas.microsoft.com/office/drawing/2014/main" id="{084D55D3-D4CE-4119-912C-7C61BBF17C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C2E090-8C93-47CC-9EE4-3F1D8D7B2886}"/>
              </a:ext>
            </a:extLst>
          </p:cNvPr>
          <p:cNvSpPr>
            <a:spLocks noGrp="1"/>
          </p:cNvSpPr>
          <p:nvPr>
            <p:ph type="sldNum" sz="quarter" idx="12"/>
          </p:nvPr>
        </p:nvSpPr>
        <p:spPr/>
        <p:txBody>
          <a:bodyPr/>
          <a:lstStyle/>
          <a:p>
            <a:fld id="{D26FBF3A-67DA-4D5F-92A8-275A88CD33AE}" type="slidenum">
              <a:rPr lang="en-US" smtClean="0"/>
              <a:t>‹#›</a:t>
            </a:fld>
            <a:endParaRPr lang="en-US"/>
          </a:p>
        </p:txBody>
      </p:sp>
    </p:spTree>
    <p:extLst>
      <p:ext uri="{BB962C8B-B14F-4D97-AF65-F5344CB8AC3E}">
        <p14:creationId xmlns:p14="http://schemas.microsoft.com/office/powerpoint/2010/main" val="814897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26217-C4A9-4835-A648-3122BB145E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5EB98A-3FB4-495E-8BB4-78FE926BE2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051732-F1BC-440C-B164-144C8137A6A3}"/>
              </a:ext>
            </a:extLst>
          </p:cNvPr>
          <p:cNvSpPr>
            <a:spLocks noGrp="1"/>
          </p:cNvSpPr>
          <p:nvPr>
            <p:ph type="dt" sz="half" idx="10"/>
          </p:nvPr>
        </p:nvSpPr>
        <p:spPr/>
        <p:txBody>
          <a:bodyPr/>
          <a:lstStyle/>
          <a:p>
            <a:fld id="{FC96477D-1C5C-42CD-8C6D-E0721A5E8C74}" type="datetimeFigureOut">
              <a:rPr lang="en-US" smtClean="0"/>
              <a:t>4/30/2019</a:t>
            </a:fld>
            <a:endParaRPr lang="en-US"/>
          </a:p>
        </p:txBody>
      </p:sp>
      <p:sp>
        <p:nvSpPr>
          <p:cNvPr id="5" name="Footer Placeholder 4">
            <a:extLst>
              <a:ext uri="{FF2B5EF4-FFF2-40B4-BE49-F238E27FC236}">
                <a16:creationId xmlns:a16="http://schemas.microsoft.com/office/drawing/2014/main" id="{95178693-C77C-4C7B-88D4-916BDC8746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BDD802-2520-4BF0-B416-EAB6EB203686}"/>
              </a:ext>
            </a:extLst>
          </p:cNvPr>
          <p:cNvSpPr>
            <a:spLocks noGrp="1"/>
          </p:cNvSpPr>
          <p:nvPr>
            <p:ph type="sldNum" sz="quarter" idx="12"/>
          </p:nvPr>
        </p:nvSpPr>
        <p:spPr/>
        <p:txBody>
          <a:bodyPr/>
          <a:lstStyle/>
          <a:p>
            <a:fld id="{D26FBF3A-67DA-4D5F-92A8-275A88CD33AE}" type="slidenum">
              <a:rPr lang="en-US" smtClean="0"/>
              <a:t>‹#›</a:t>
            </a:fld>
            <a:endParaRPr lang="en-US"/>
          </a:p>
        </p:txBody>
      </p:sp>
    </p:spTree>
    <p:extLst>
      <p:ext uri="{BB962C8B-B14F-4D97-AF65-F5344CB8AC3E}">
        <p14:creationId xmlns:p14="http://schemas.microsoft.com/office/powerpoint/2010/main" val="4004617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BB85E-7DB3-4E3C-B880-4589EC3465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A637DD-10CF-4671-9C77-5045E6A8E6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22CF3EF-31A5-4BD8-8C8A-0DDEC6606FEA}"/>
              </a:ext>
            </a:extLst>
          </p:cNvPr>
          <p:cNvSpPr>
            <a:spLocks noGrp="1"/>
          </p:cNvSpPr>
          <p:nvPr>
            <p:ph type="dt" sz="half" idx="10"/>
          </p:nvPr>
        </p:nvSpPr>
        <p:spPr/>
        <p:txBody>
          <a:bodyPr/>
          <a:lstStyle/>
          <a:p>
            <a:fld id="{FC96477D-1C5C-42CD-8C6D-E0721A5E8C74}" type="datetimeFigureOut">
              <a:rPr lang="en-US" smtClean="0"/>
              <a:t>4/30/2019</a:t>
            </a:fld>
            <a:endParaRPr lang="en-US"/>
          </a:p>
        </p:txBody>
      </p:sp>
      <p:sp>
        <p:nvSpPr>
          <p:cNvPr id="5" name="Footer Placeholder 4">
            <a:extLst>
              <a:ext uri="{FF2B5EF4-FFF2-40B4-BE49-F238E27FC236}">
                <a16:creationId xmlns:a16="http://schemas.microsoft.com/office/drawing/2014/main" id="{0BD415F9-F8EF-49F6-9625-4649081E07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E3D12-DB08-4FB8-A7E1-BC67BD19119C}"/>
              </a:ext>
            </a:extLst>
          </p:cNvPr>
          <p:cNvSpPr>
            <a:spLocks noGrp="1"/>
          </p:cNvSpPr>
          <p:nvPr>
            <p:ph type="sldNum" sz="quarter" idx="12"/>
          </p:nvPr>
        </p:nvSpPr>
        <p:spPr/>
        <p:txBody>
          <a:bodyPr/>
          <a:lstStyle/>
          <a:p>
            <a:fld id="{D26FBF3A-67DA-4D5F-92A8-275A88CD33AE}" type="slidenum">
              <a:rPr lang="en-US" smtClean="0"/>
              <a:t>‹#›</a:t>
            </a:fld>
            <a:endParaRPr lang="en-US"/>
          </a:p>
        </p:txBody>
      </p:sp>
    </p:spTree>
    <p:extLst>
      <p:ext uri="{BB962C8B-B14F-4D97-AF65-F5344CB8AC3E}">
        <p14:creationId xmlns:p14="http://schemas.microsoft.com/office/powerpoint/2010/main" val="154932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F019C-C0D7-414A-9712-0A376E9F69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FEAFFF-E915-47EB-9C5E-6C5BF900780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B3383D-2701-4752-B1BB-0D30EC367D1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CA40C1-EF4B-4D63-94A3-251C5D0F27FE}"/>
              </a:ext>
            </a:extLst>
          </p:cNvPr>
          <p:cNvSpPr>
            <a:spLocks noGrp="1"/>
          </p:cNvSpPr>
          <p:nvPr>
            <p:ph type="dt" sz="half" idx="10"/>
          </p:nvPr>
        </p:nvSpPr>
        <p:spPr/>
        <p:txBody>
          <a:bodyPr/>
          <a:lstStyle/>
          <a:p>
            <a:fld id="{FC96477D-1C5C-42CD-8C6D-E0721A5E8C74}" type="datetimeFigureOut">
              <a:rPr lang="en-US" smtClean="0"/>
              <a:t>4/30/2019</a:t>
            </a:fld>
            <a:endParaRPr lang="en-US"/>
          </a:p>
        </p:txBody>
      </p:sp>
      <p:sp>
        <p:nvSpPr>
          <p:cNvPr id="6" name="Footer Placeholder 5">
            <a:extLst>
              <a:ext uri="{FF2B5EF4-FFF2-40B4-BE49-F238E27FC236}">
                <a16:creationId xmlns:a16="http://schemas.microsoft.com/office/drawing/2014/main" id="{0CD409EB-9949-46BE-BDE7-4E03B1DD41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004B77-427B-44FD-BB81-366CAADE3204}"/>
              </a:ext>
            </a:extLst>
          </p:cNvPr>
          <p:cNvSpPr>
            <a:spLocks noGrp="1"/>
          </p:cNvSpPr>
          <p:nvPr>
            <p:ph type="sldNum" sz="quarter" idx="12"/>
          </p:nvPr>
        </p:nvSpPr>
        <p:spPr/>
        <p:txBody>
          <a:bodyPr/>
          <a:lstStyle/>
          <a:p>
            <a:fld id="{D26FBF3A-67DA-4D5F-92A8-275A88CD33AE}" type="slidenum">
              <a:rPr lang="en-US" smtClean="0"/>
              <a:t>‹#›</a:t>
            </a:fld>
            <a:endParaRPr lang="en-US"/>
          </a:p>
        </p:txBody>
      </p:sp>
    </p:spTree>
    <p:extLst>
      <p:ext uri="{BB962C8B-B14F-4D97-AF65-F5344CB8AC3E}">
        <p14:creationId xmlns:p14="http://schemas.microsoft.com/office/powerpoint/2010/main" val="2855210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8CAFA-6F2D-404A-94E4-25AA82FBC5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2E8916-DD5E-43B0-9CC1-52439CB90D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EB401D4-D1ED-4D4B-B323-CFD4E8811A5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1550E1-961B-45E2-AF7B-821B64E46D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FA49A47-C208-4B63-97A9-92D9B093DE3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A8E9FE-E01D-4D49-B0D9-199BB212BBC3}"/>
              </a:ext>
            </a:extLst>
          </p:cNvPr>
          <p:cNvSpPr>
            <a:spLocks noGrp="1"/>
          </p:cNvSpPr>
          <p:nvPr>
            <p:ph type="dt" sz="half" idx="10"/>
          </p:nvPr>
        </p:nvSpPr>
        <p:spPr/>
        <p:txBody>
          <a:bodyPr/>
          <a:lstStyle/>
          <a:p>
            <a:fld id="{FC96477D-1C5C-42CD-8C6D-E0721A5E8C74}" type="datetimeFigureOut">
              <a:rPr lang="en-US" smtClean="0"/>
              <a:t>4/30/2019</a:t>
            </a:fld>
            <a:endParaRPr lang="en-US"/>
          </a:p>
        </p:txBody>
      </p:sp>
      <p:sp>
        <p:nvSpPr>
          <p:cNvPr id="8" name="Footer Placeholder 7">
            <a:extLst>
              <a:ext uri="{FF2B5EF4-FFF2-40B4-BE49-F238E27FC236}">
                <a16:creationId xmlns:a16="http://schemas.microsoft.com/office/drawing/2014/main" id="{112285D6-36AA-40CC-9584-AE7054FA57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CF7B58-B83C-41FD-9B73-D925A4FC8850}"/>
              </a:ext>
            </a:extLst>
          </p:cNvPr>
          <p:cNvSpPr>
            <a:spLocks noGrp="1"/>
          </p:cNvSpPr>
          <p:nvPr>
            <p:ph type="sldNum" sz="quarter" idx="12"/>
          </p:nvPr>
        </p:nvSpPr>
        <p:spPr/>
        <p:txBody>
          <a:bodyPr/>
          <a:lstStyle/>
          <a:p>
            <a:fld id="{D26FBF3A-67DA-4D5F-92A8-275A88CD33AE}" type="slidenum">
              <a:rPr lang="en-US" smtClean="0"/>
              <a:t>‹#›</a:t>
            </a:fld>
            <a:endParaRPr lang="en-US"/>
          </a:p>
        </p:txBody>
      </p:sp>
    </p:spTree>
    <p:extLst>
      <p:ext uri="{BB962C8B-B14F-4D97-AF65-F5344CB8AC3E}">
        <p14:creationId xmlns:p14="http://schemas.microsoft.com/office/powerpoint/2010/main" val="3322101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B7CE3-0A59-42D7-A043-EFD569A5BC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4DDAE3-05C7-4195-A4AA-7B13FF7CE390}"/>
              </a:ext>
            </a:extLst>
          </p:cNvPr>
          <p:cNvSpPr>
            <a:spLocks noGrp="1"/>
          </p:cNvSpPr>
          <p:nvPr>
            <p:ph type="dt" sz="half" idx="10"/>
          </p:nvPr>
        </p:nvSpPr>
        <p:spPr/>
        <p:txBody>
          <a:bodyPr/>
          <a:lstStyle/>
          <a:p>
            <a:fld id="{FC96477D-1C5C-42CD-8C6D-E0721A5E8C74}" type="datetimeFigureOut">
              <a:rPr lang="en-US" smtClean="0"/>
              <a:t>4/30/2019</a:t>
            </a:fld>
            <a:endParaRPr lang="en-US"/>
          </a:p>
        </p:txBody>
      </p:sp>
      <p:sp>
        <p:nvSpPr>
          <p:cNvPr id="4" name="Footer Placeholder 3">
            <a:extLst>
              <a:ext uri="{FF2B5EF4-FFF2-40B4-BE49-F238E27FC236}">
                <a16:creationId xmlns:a16="http://schemas.microsoft.com/office/drawing/2014/main" id="{8A151A34-2F83-4C5B-B5B1-14A5062EA80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5D7202-43D1-4FF8-A796-6853ED81B8CD}"/>
              </a:ext>
            </a:extLst>
          </p:cNvPr>
          <p:cNvSpPr>
            <a:spLocks noGrp="1"/>
          </p:cNvSpPr>
          <p:nvPr>
            <p:ph type="sldNum" sz="quarter" idx="12"/>
          </p:nvPr>
        </p:nvSpPr>
        <p:spPr/>
        <p:txBody>
          <a:bodyPr/>
          <a:lstStyle/>
          <a:p>
            <a:fld id="{D26FBF3A-67DA-4D5F-92A8-275A88CD33AE}" type="slidenum">
              <a:rPr lang="en-US" smtClean="0"/>
              <a:t>‹#›</a:t>
            </a:fld>
            <a:endParaRPr lang="en-US"/>
          </a:p>
        </p:txBody>
      </p:sp>
    </p:spTree>
    <p:extLst>
      <p:ext uri="{BB962C8B-B14F-4D97-AF65-F5344CB8AC3E}">
        <p14:creationId xmlns:p14="http://schemas.microsoft.com/office/powerpoint/2010/main" val="3058134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9AE76C-7B2A-4E72-85CF-91204E33FCBC}"/>
              </a:ext>
            </a:extLst>
          </p:cNvPr>
          <p:cNvSpPr>
            <a:spLocks noGrp="1"/>
          </p:cNvSpPr>
          <p:nvPr>
            <p:ph type="dt" sz="half" idx="10"/>
          </p:nvPr>
        </p:nvSpPr>
        <p:spPr/>
        <p:txBody>
          <a:bodyPr/>
          <a:lstStyle/>
          <a:p>
            <a:fld id="{FC96477D-1C5C-42CD-8C6D-E0721A5E8C74}" type="datetimeFigureOut">
              <a:rPr lang="en-US" smtClean="0"/>
              <a:t>4/30/2019</a:t>
            </a:fld>
            <a:endParaRPr lang="en-US"/>
          </a:p>
        </p:txBody>
      </p:sp>
      <p:sp>
        <p:nvSpPr>
          <p:cNvPr id="3" name="Footer Placeholder 2">
            <a:extLst>
              <a:ext uri="{FF2B5EF4-FFF2-40B4-BE49-F238E27FC236}">
                <a16:creationId xmlns:a16="http://schemas.microsoft.com/office/drawing/2014/main" id="{DC5501AC-59D8-4AEB-9D27-9E69A07581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11BE28-A1AB-43AB-88C7-7D22EC088D18}"/>
              </a:ext>
            </a:extLst>
          </p:cNvPr>
          <p:cNvSpPr>
            <a:spLocks noGrp="1"/>
          </p:cNvSpPr>
          <p:nvPr>
            <p:ph type="sldNum" sz="quarter" idx="12"/>
          </p:nvPr>
        </p:nvSpPr>
        <p:spPr/>
        <p:txBody>
          <a:bodyPr/>
          <a:lstStyle/>
          <a:p>
            <a:fld id="{D26FBF3A-67DA-4D5F-92A8-275A88CD33AE}" type="slidenum">
              <a:rPr lang="en-US" smtClean="0"/>
              <a:t>‹#›</a:t>
            </a:fld>
            <a:endParaRPr lang="en-US"/>
          </a:p>
        </p:txBody>
      </p:sp>
    </p:spTree>
    <p:extLst>
      <p:ext uri="{BB962C8B-B14F-4D97-AF65-F5344CB8AC3E}">
        <p14:creationId xmlns:p14="http://schemas.microsoft.com/office/powerpoint/2010/main" val="2325798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40D0F-234E-4487-8E98-082330793B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8BD75F-1148-44FB-AFF1-A8A5778647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649977-41D5-4AFD-88EF-021F09A215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D9E5FAD-F389-49EA-99EE-13B094338944}"/>
              </a:ext>
            </a:extLst>
          </p:cNvPr>
          <p:cNvSpPr>
            <a:spLocks noGrp="1"/>
          </p:cNvSpPr>
          <p:nvPr>
            <p:ph type="dt" sz="half" idx="10"/>
          </p:nvPr>
        </p:nvSpPr>
        <p:spPr/>
        <p:txBody>
          <a:bodyPr/>
          <a:lstStyle/>
          <a:p>
            <a:fld id="{FC96477D-1C5C-42CD-8C6D-E0721A5E8C74}" type="datetimeFigureOut">
              <a:rPr lang="en-US" smtClean="0"/>
              <a:t>4/30/2019</a:t>
            </a:fld>
            <a:endParaRPr lang="en-US"/>
          </a:p>
        </p:txBody>
      </p:sp>
      <p:sp>
        <p:nvSpPr>
          <p:cNvPr id="6" name="Footer Placeholder 5">
            <a:extLst>
              <a:ext uri="{FF2B5EF4-FFF2-40B4-BE49-F238E27FC236}">
                <a16:creationId xmlns:a16="http://schemas.microsoft.com/office/drawing/2014/main" id="{0ADAA8B9-9C72-49A7-A895-41E394BE6A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BA1906-F15F-4AA2-914F-B83B681AABCC}"/>
              </a:ext>
            </a:extLst>
          </p:cNvPr>
          <p:cNvSpPr>
            <a:spLocks noGrp="1"/>
          </p:cNvSpPr>
          <p:nvPr>
            <p:ph type="sldNum" sz="quarter" idx="12"/>
          </p:nvPr>
        </p:nvSpPr>
        <p:spPr/>
        <p:txBody>
          <a:bodyPr/>
          <a:lstStyle/>
          <a:p>
            <a:fld id="{D26FBF3A-67DA-4D5F-92A8-275A88CD33AE}" type="slidenum">
              <a:rPr lang="en-US" smtClean="0"/>
              <a:t>‹#›</a:t>
            </a:fld>
            <a:endParaRPr lang="en-US"/>
          </a:p>
        </p:txBody>
      </p:sp>
    </p:spTree>
    <p:extLst>
      <p:ext uri="{BB962C8B-B14F-4D97-AF65-F5344CB8AC3E}">
        <p14:creationId xmlns:p14="http://schemas.microsoft.com/office/powerpoint/2010/main" val="1384244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71507-1404-425F-BFEA-C643AC555C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2C6A7E3-3C01-4AA0-B8A3-2051E53BB1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2E78DD-CA4D-4844-A6AE-D95E71EDBB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ABF4D1B-3871-4759-B96B-D9C40CF8BC54}"/>
              </a:ext>
            </a:extLst>
          </p:cNvPr>
          <p:cNvSpPr>
            <a:spLocks noGrp="1"/>
          </p:cNvSpPr>
          <p:nvPr>
            <p:ph type="dt" sz="half" idx="10"/>
          </p:nvPr>
        </p:nvSpPr>
        <p:spPr/>
        <p:txBody>
          <a:bodyPr/>
          <a:lstStyle/>
          <a:p>
            <a:fld id="{FC96477D-1C5C-42CD-8C6D-E0721A5E8C74}" type="datetimeFigureOut">
              <a:rPr lang="en-US" smtClean="0"/>
              <a:t>4/30/2019</a:t>
            </a:fld>
            <a:endParaRPr lang="en-US"/>
          </a:p>
        </p:txBody>
      </p:sp>
      <p:sp>
        <p:nvSpPr>
          <p:cNvPr id="6" name="Footer Placeholder 5">
            <a:extLst>
              <a:ext uri="{FF2B5EF4-FFF2-40B4-BE49-F238E27FC236}">
                <a16:creationId xmlns:a16="http://schemas.microsoft.com/office/drawing/2014/main" id="{9D19F1C8-0024-4A7F-BA76-77220D1B8E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EBB037-2651-4CA4-8748-B6D297DE6B7C}"/>
              </a:ext>
            </a:extLst>
          </p:cNvPr>
          <p:cNvSpPr>
            <a:spLocks noGrp="1"/>
          </p:cNvSpPr>
          <p:nvPr>
            <p:ph type="sldNum" sz="quarter" idx="12"/>
          </p:nvPr>
        </p:nvSpPr>
        <p:spPr/>
        <p:txBody>
          <a:bodyPr/>
          <a:lstStyle/>
          <a:p>
            <a:fld id="{D26FBF3A-67DA-4D5F-92A8-275A88CD33AE}" type="slidenum">
              <a:rPr lang="en-US" smtClean="0"/>
              <a:t>‹#›</a:t>
            </a:fld>
            <a:endParaRPr lang="en-US"/>
          </a:p>
        </p:txBody>
      </p:sp>
    </p:spTree>
    <p:extLst>
      <p:ext uri="{BB962C8B-B14F-4D97-AF65-F5344CB8AC3E}">
        <p14:creationId xmlns:p14="http://schemas.microsoft.com/office/powerpoint/2010/main" val="1305525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D1C7C-A18A-4028-BE09-965AA59312F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4A1862-E085-4101-A4F4-2A0CD8E534D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3FF47F-B50F-479A-A7CE-89842E3F6673}"/>
              </a:ext>
            </a:extLst>
          </p:cNvPr>
          <p:cNvSpPr>
            <a:spLocks noGrp="1"/>
          </p:cNvSpPr>
          <p:nvPr>
            <p:ph type="dt" sz="half" idx="10"/>
          </p:nvPr>
        </p:nvSpPr>
        <p:spPr/>
        <p:txBody>
          <a:bodyPr/>
          <a:lstStyle/>
          <a:p>
            <a:fld id="{FC96477D-1C5C-42CD-8C6D-E0721A5E8C74}" type="datetimeFigureOut">
              <a:rPr lang="en-US" smtClean="0"/>
              <a:t>4/30/2019</a:t>
            </a:fld>
            <a:endParaRPr lang="en-US"/>
          </a:p>
        </p:txBody>
      </p:sp>
      <p:sp>
        <p:nvSpPr>
          <p:cNvPr id="5" name="Footer Placeholder 4">
            <a:extLst>
              <a:ext uri="{FF2B5EF4-FFF2-40B4-BE49-F238E27FC236}">
                <a16:creationId xmlns:a16="http://schemas.microsoft.com/office/drawing/2014/main" id="{A7200B02-A39E-465B-985B-BC441F308F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B89E36-F8EB-4893-92AF-FBC7A88C11F1}"/>
              </a:ext>
            </a:extLst>
          </p:cNvPr>
          <p:cNvSpPr>
            <a:spLocks noGrp="1"/>
          </p:cNvSpPr>
          <p:nvPr>
            <p:ph type="sldNum" sz="quarter" idx="12"/>
          </p:nvPr>
        </p:nvSpPr>
        <p:spPr/>
        <p:txBody>
          <a:bodyPr/>
          <a:lstStyle/>
          <a:p>
            <a:fld id="{D26FBF3A-67DA-4D5F-92A8-275A88CD33AE}" type="slidenum">
              <a:rPr lang="en-US" smtClean="0"/>
              <a:t>‹#›</a:t>
            </a:fld>
            <a:endParaRPr lang="en-US"/>
          </a:p>
        </p:txBody>
      </p:sp>
    </p:spTree>
    <p:extLst>
      <p:ext uri="{BB962C8B-B14F-4D97-AF65-F5344CB8AC3E}">
        <p14:creationId xmlns:p14="http://schemas.microsoft.com/office/powerpoint/2010/main" val="3779379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EC8D47-F12B-4BE7-845E-91FB20F761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EDF61F-9B20-4F6C-B2FC-13556FDFD1F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ED3DF6-BDD9-4AE2-8D97-6E7D082E2874}"/>
              </a:ext>
            </a:extLst>
          </p:cNvPr>
          <p:cNvSpPr>
            <a:spLocks noGrp="1"/>
          </p:cNvSpPr>
          <p:nvPr>
            <p:ph type="dt" sz="half" idx="10"/>
          </p:nvPr>
        </p:nvSpPr>
        <p:spPr/>
        <p:txBody>
          <a:bodyPr/>
          <a:lstStyle/>
          <a:p>
            <a:fld id="{FC96477D-1C5C-42CD-8C6D-E0721A5E8C74}" type="datetimeFigureOut">
              <a:rPr lang="en-US" smtClean="0"/>
              <a:t>4/30/2019</a:t>
            </a:fld>
            <a:endParaRPr lang="en-US"/>
          </a:p>
        </p:txBody>
      </p:sp>
      <p:sp>
        <p:nvSpPr>
          <p:cNvPr id="5" name="Footer Placeholder 4">
            <a:extLst>
              <a:ext uri="{FF2B5EF4-FFF2-40B4-BE49-F238E27FC236}">
                <a16:creationId xmlns:a16="http://schemas.microsoft.com/office/drawing/2014/main" id="{C0CADE13-EC34-407E-BE68-BB6E07353F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B183B5-30D2-4815-8CEB-63FD9DBB12FE}"/>
              </a:ext>
            </a:extLst>
          </p:cNvPr>
          <p:cNvSpPr>
            <a:spLocks noGrp="1"/>
          </p:cNvSpPr>
          <p:nvPr>
            <p:ph type="sldNum" sz="quarter" idx="12"/>
          </p:nvPr>
        </p:nvSpPr>
        <p:spPr/>
        <p:txBody>
          <a:bodyPr/>
          <a:lstStyle/>
          <a:p>
            <a:fld id="{D26FBF3A-67DA-4D5F-92A8-275A88CD33AE}" type="slidenum">
              <a:rPr lang="en-US" smtClean="0"/>
              <a:t>‹#›</a:t>
            </a:fld>
            <a:endParaRPr lang="en-US"/>
          </a:p>
        </p:txBody>
      </p:sp>
    </p:spTree>
    <p:extLst>
      <p:ext uri="{BB962C8B-B14F-4D97-AF65-F5344CB8AC3E}">
        <p14:creationId xmlns:p14="http://schemas.microsoft.com/office/powerpoint/2010/main" val="11842667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613C7C5-60D5-4A05-AD5C-79CC3C322401}" type="datetimeFigureOut">
              <a:rPr lang="en-US" smtClean="0"/>
              <a:t>4/30/2019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2F1C2B-A4B8-4085-A7E9-360F10D79A4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794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13C7C5-60D5-4A05-AD5C-79CC3C322401}" type="datetimeFigureOut">
              <a:rPr lang="en-US" smtClean="0"/>
              <a:t>4/30/2019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2F1C2B-A4B8-4085-A7E9-360F10D79A40}" type="slidenum">
              <a:rPr lang="en-US" smtClean="0"/>
              <a:t>‹#›</a:t>
            </a:fld>
            <a:endParaRPr lang="en-US"/>
          </a:p>
        </p:txBody>
      </p:sp>
    </p:spTree>
    <p:extLst>
      <p:ext uri="{BB962C8B-B14F-4D97-AF65-F5344CB8AC3E}">
        <p14:creationId xmlns:p14="http://schemas.microsoft.com/office/powerpoint/2010/main" val="15999501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613C7C5-60D5-4A05-AD5C-79CC3C322401}" type="datetimeFigureOut">
              <a:rPr lang="en-US" smtClean="0"/>
              <a:t>4/30/2019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2F1C2B-A4B8-4085-A7E9-360F10D79A4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6327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13C7C5-60D5-4A05-AD5C-79CC3C322401}" type="datetimeFigureOut">
              <a:rPr lang="en-US" smtClean="0"/>
              <a:t>4/30/2019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2F1C2B-A4B8-4085-A7E9-360F10D79A40}" type="slidenum">
              <a:rPr lang="en-US" smtClean="0"/>
              <a:t>‹#›</a:t>
            </a:fld>
            <a:endParaRPr lang="en-US"/>
          </a:p>
        </p:txBody>
      </p:sp>
    </p:spTree>
    <p:extLst>
      <p:ext uri="{BB962C8B-B14F-4D97-AF65-F5344CB8AC3E}">
        <p14:creationId xmlns:p14="http://schemas.microsoft.com/office/powerpoint/2010/main" val="2551386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13C7C5-60D5-4A05-AD5C-79CC3C322401}" type="datetimeFigureOut">
              <a:rPr lang="en-US" smtClean="0"/>
              <a:t>4/30/2019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2F1C2B-A4B8-4085-A7E9-360F10D79A40}" type="slidenum">
              <a:rPr lang="en-US" smtClean="0"/>
              <a:t>‹#›</a:t>
            </a:fld>
            <a:endParaRPr lang="en-US"/>
          </a:p>
        </p:txBody>
      </p:sp>
    </p:spTree>
    <p:extLst>
      <p:ext uri="{BB962C8B-B14F-4D97-AF65-F5344CB8AC3E}">
        <p14:creationId xmlns:p14="http://schemas.microsoft.com/office/powerpoint/2010/main" val="2009640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13C7C5-60D5-4A05-AD5C-79CC3C322401}" type="datetimeFigureOut">
              <a:rPr lang="en-US" smtClean="0"/>
              <a:t>4/30/2019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2F1C2B-A4B8-4085-A7E9-360F10D79A40}" type="slidenum">
              <a:rPr lang="en-US" smtClean="0"/>
              <a:t>‹#›</a:t>
            </a:fld>
            <a:endParaRPr lang="en-US"/>
          </a:p>
        </p:txBody>
      </p:sp>
    </p:spTree>
    <p:extLst>
      <p:ext uri="{BB962C8B-B14F-4D97-AF65-F5344CB8AC3E}">
        <p14:creationId xmlns:p14="http://schemas.microsoft.com/office/powerpoint/2010/main" val="1811745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613C7C5-60D5-4A05-AD5C-79CC3C322401}" type="datetimeFigureOut">
              <a:rPr lang="en-US" smtClean="0"/>
              <a:t>4/30/2019</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02F1C2B-A4B8-4085-A7E9-360F10D79A40}" type="slidenum">
              <a:rPr lang="en-US" smtClean="0"/>
              <a:t>‹#›</a:t>
            </a:fld>
            <a:endParaRPr lang="en-US"/>
          </a:p>
        </p:txBody>
      </p:sp>
    </p:spTree>
    <p:extLst>
      <p:ext uri="{BB962C8B-B14F-4D97-AF65-F5344CB8AC3E}">
        <p14:creationId xmlns:p14="http://schemas.microsoft.com/office/powerpoint/2010/main" val="6673824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613C7C5-60D5-4A05-AD5C-79CC3C322401}" type="datetimeFigureOut">
              <a:rPr lang="en-US" smtClean="0"/>
              <a:t>4/30/2019</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02F1C2B-A4B8-4085-A7E9-360F10D79A40}" type="slidenum">
              <a:rPr lang="en-US" smtClean="0"/>
              <a:t>‹#›</a:t>
            </a:fld>
            <a:endParaRPr lang="en-US"/>
          </a:p>
        </p:txBody>
      </p:sp>
    </p:spTree>
    <p:extLst>
      <p:ext uri="{BB962C8B-B14F-4D97-AF65-F5344CB8AC3E}">
        <p14:creationId xmlns:p14="http://schemas.microsoft.com/office/powerpoint/2010/main" val="23419419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613C7C5-60D5-4A05-AD5C-79CC3C322401}" type="datetimeFigureOut">
              <a:rPr lang="en-US" smtClean="0"/>
              <a:t>4/30/2019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2F1C2B-A4B8-4085-A7E9-360F10D79A40}" type="slidenum">
              <a:rPr lang="en-US" smtClean="0"/>
              <a:t>‹#›</a:t>
            </a:fld>
            <a:endParaRPr lang="en-US"/>
          </a:p>
        </p:txBody>
      </p:sp>
    </p:spTree>
    <p:extLst>
      <p:ext uri="{BB962C8B-B14F-4D97-AF65-F5344CB8AC3E}">
        <p14:creationId xmlns:p14="http://schemas.microsoft.com/office/powerpoint/2010/main" val="18767547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13C7C5-60D5-4A05-AD5C-79CC3C322401}" type="datetimeFigureOut">
              <a:rPr lang="en-US" smtClean="0"/>
              <a:t>4/30/2019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2F1C2B-A4B8-4085-A7E9-360F10D79A40}" type="slidenum">
              <a:rPr lang="en-US" smtClean="0"/>
              <a:t>‹#›</a:t>
            </a:fld>
            <a:endParaRPr lang="en-US"/>
          </a:p>
        </p:txBody>
      </p:sp>
    </p:spTree>
    <p:extLst>
      <p:ext uri="{BB962C8B-B14F-4D97-AF65-F5344CB8AC3E}">
        <p14:creationId xmlns:p14="http://schemas.microsoft.com/office/powerpoint/2010/main" val="8534810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13C7C5-60D5-4A05-AD5C-79CC3C322401}" type="datetimeFigureOut">
              <a:rPr lang="en-US" smtClean="0"/>
              <a:t>4/30/2019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2F1C2B-A4B8-4085-A7E9-360F10D79A40}" type="slidenum">
              <a:rPr lang="en-US" smtClean="0"/>
              <a:t>‹#›</a:t>
            </a:fld>
            <a:endParaRPr lang="en-US"/>
          </a:p>
        </p:txBody>
      </p:sp>
    </p:spTree>
    <p:extLst>
      <p:ext uri="{BB962C8B-B14F-4D97-AF65-F5344CB8AC3E}">
        <p14:creationId xmlns:p14="http://schemas.microsoft.com/office/powerpoint/2010/main" val="679768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3FB887-C4E7-477A-8818-569EE6F6AA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A4E9A7-8725-4EC5-816E-8E37F096AC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C5BBE5-EF3B-42F6-BDF7-452696BF43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96477D-1C5C-42CD-8C6D-E0721A5E8C74}" type="datetimeFigureOut">
              <a:rPr lang="en-US" smtClean="0"/>
              <a:t>4/30/2019</a:t>
            </a:fld>
            <a:endParaRPr lang="en-US"/>
          </a:p>
        </p:txBody>
      </p:sp>
      <p:sp>
        <p:nvSpPr>
          <p:cNvPr id="5" name="Footer Placeholder 4">
            <a:extLst>
              <a:ext uri="{FF2B5EF4-FFF2-40B4-BE49-F238E27FC236}">
                <a16:creationId xmlns:a16="http://schemas.microsoft.com/office/drawing/2014/main" id="{CA815D04-F370-42BC-B036-C421666956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2EF54F-374E-4AC6-8602-F5AE4798F8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6FBF3A-67DA-4D5F-92A8-275A88CD33AE}" type="slidenum">
              <a:rPr lang="en-US" smtClean="0"/>
              <a:t>‹#›</a:t>
            </a:fld>
            <a:endParaRPr lang="en-US"/>
          </a:p>
        </p:txBody>
      </p:sp>
    </p:spTree>
    <p:extLst>
      <p:ext uri="{BB962C8B-B14F-4D97-AF65-F5344CB8AC3E}">
        <p14:creationId xmlns:p14="http://schemas.microsoft.com/office/powerpoint/2010/main" val="6565075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613C7C5-60D5-4A05-AD5C-79CC3C322401}" type="datetimeFigureOut">
              <a:rPr lang="en-US" smtClean="0"/>
              <a:t>4/30/2019</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02F1C2B-A4B8-4085-A7E9-360F10D79A40}"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2130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pic>
        <p:nvPicPr>
          <p:cNvPr id="1026" name="Picture 2" descr="Image result for unity logo">
            <a:extLst>
              <a:ext uri="{FF2B5EF4-FFF2-40B4-BE49-F238E27FC236}">
                <a16:creationId xmlns:a16="http://schemas.microsoft.com/office/drawing/2014/main" id="{979ACF00-B079-4FFC-97E1-690BBF63570C}"/>
              </a:ext>
            </a:extLst>
          </p:cNvPr>
          <p:cNvPicPr>
            <a:picLocks noChangeAspect="1" noChangeArrowheads="1"/>
          </p:cNvPicPr>
          <p:nvPr/>
        </p:nvPicPr>
        <p:blipFill rotWithShape="1">
          <a:blip r:embed="rId2">
            <a:alphaModFix amt="35000"/>
            <a:extLst>
              <a:ext uri="{28A0092B-C50C-407E-A947-70E740481C1C}">
                <a14:useLocalDpi xmlns:a14="http://schemas.microsoft.com/office/drawing/2010/main" val="0"/>
              </a:ext>
            </a:extLst>
          </a:blip>
          <a:srcRect t="7658" b="8387"/>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4628B77-B123-4914-843D-CA8260A962EA}"/>
              </a:ext>
            </a:extLst>
          </p:cNvPr>
          <p:cNvSpPr>
            <a:spLocks noGrp="1"/>
          </p:cNvSpPr>
          <p:nvPr>
            <p:ph type="ctrTitle"/>
          </p:nvPr>
        </p:nvSpPr>
        <p:spPr>
          <a:xfrm>
            <a:off x="1097280" y="758952"/>
            <a:ext cx="10058400" cy="3566160"/>
          </a:xfrm>
        </p:spPr>
        <p:txBody>
          <a:bodyPr>
            <a:normAutofit/>
          </a:bodyPr>
          <a:lstStyle/>
          <a:p>
            <a:r>
              <a:rPr lang="en-US" sz="6000" dirty="0">
                <a:solidFill>
                  <a:srgbClr val="FFFFFF"/>
                </a:solidFill>
              </a:rPr>
              <a:t>Intro to VR – Minigame</a:t>
            </a:r>
          </a:p>
        </p:txBody>
      </p:sp>
      <p:sp>
        <p:nvSpPr>
          <p:cNvPr id="3" name="Subtitle 2">
            <a:extLst>
              <a:ext uri="{FF2B5EF4-FFF2-40B4-BE49-F238E27FC236}">
                <a16:creationId xmlns:a16="http://schemas.microsoft.com/office/drawing/2014/main" id="{563C06B4-903E-46D3-9E81-A1FD12970468}"/>
              </a:ext>
            </a:extLst>
          </p:cNvPr>
          <p:cNvSpPr>
            <a:spLocks noGrp="1"/>
          </p:cNvSpPr>
          <p:nvPr>
            <p:ph type="subTitle" idx="1"/>
          </p:nvPr>
        </p:nvSpPr>
        <p:spPr>
          <a:xfrm>
            <a:off x="1100051" y="4455620"/>
            <a:ext cx="10058400" cy="1143000"/>
          </a:xfrm>
        </p:spPr>
        <p:txBody>
          <a:bodyPr>
            <a:normAutofit/>
          </a:bodyPr>
          <a:lstStyle/>
          <a:p>
            <a:r>
              <a:rPr lang="en-US" dirty="0">
                <a:solidFill>
                  <a:srgbClr val="FFFFFF"/>
                </a:solidFill>
              </a:rPr>
              <a:t>By: Jeremy Nielson</a:t>
            </a:r>
          </a:p>
        </p:txBody>
      </p:sp>
      <p:cxnSp>
        <p:nvCxnSpPr>
          <p:cNvPr id="71" name="Straight Connector 70">
            <a:extLst>
              <a:ext uri="{FF2B5EF4-FFF2-40B4-BE49-F238E27FC236}">
                <a16:creationId xmlns:a16="http://schemas.microsoft.com/office/drawing/2014/main" id="{4071767D-5FF7-4508-B8B7-BB60FF3AB2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C4E89C94-E462-4566-A15A-32835FD68B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 name="Rectangle 74">
            <a:extLst>
              <a:ext uri="{FF2B5EF4-FFF2-40B4-BE49-F238E27FC236}">
                <a16:creationId xmlns:a16="http://schemas.microsoft.com/office/drawing/2014/main" id="{E25F4A20-71FB-4A26-92E2-89DED49264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2767486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FA475-53D0-448A-87E9-393E3E6EFB34}"/>
              </a:ext>
            </a:extLst>
          </p:cNvPr>
          <p:cNvSpPr>
            <a:spLocks noGrp="1"/>
          </p:cNvSpPr>
          <p:nvPr>
            <p:ph type="title"/>
          </p:nvPr>
        </p:nvSpPr>
        <p:spPr/>
        <p:txBody>
          <a:bodyPr/>
          <a:lstStyle/>
          <a:p>
            <a:r>
              <a:rPr lang="en-US" dirty="0"/>
              <a:t>Minigame HUD</a:t>
            </a:r>
          </a:p>
        </p:txBody>
      </p:sp>
      <p:sp>
        <p:nvSpPr>
          <p:cNvPr id="3" name="Content Placeholder 2">
            <a:extLst>
              <a:ext uri="{FF2B5EF4-FFF2-40B4-BE49-F238E27FC236}">
                <a16:creationId xmlns:a16="http://schemas.microsoft.com/office/drawing/2014/main" id="{2AB9121C-F5A2-4D84-B734-3236223BA53A}"/>
              </a:ext>
            </a:extLst>
          </p:cNvPr>
          <p:cNvSpPr>
            <a:spLocks noGrp="1"/>
          </p:cNvSpPr>
          <p:nvPr>
            <p:ph idx="1"/>
          </p:nvPr>
        </p:nvSpPr>
        <p:spPr/>
        <p:txBody>
          <a:bodyPr/>
          <a:lstStyle/>
          <a:p>
            <a:r>
              <a:rPr lang="en-US" dirty="0"/>
              <a:t>Starting out, we will need a HUD to give the player information as the game progresses. We are going to start by adding a timer on the screen so the player can see how much time is left.</a:t>
            </a:r>
          </a:p>
        </p:txBody>
      </p:sp>
    </p:spTree>
    <p:extLst>
      <p:ext uri="{BB962C8B-B14F-4D97-AF65-F5344CB8AC3E}">
        <p14:creationId xmlns:p14="http://schemas.microsoft.com/office/powerpoint/2010/main" val="1469922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02A00-04DE-454D-91D2-744070E2D426}"/>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05E5D672-30E1-4A54-B66B-B99225F9CAC2}"/>
              </a:ext>
            </a:extLst>
          </p:cNvPr>
          <p:cNvPicPr>
            <a:picLocks noChangeAspect="1"/>
          </p:cNvPicPr>
          <p:nvPr/>
        </p:nvPicPr>
        <p:blipFill rotWithShape="1">
          <a:blip r:embed="rId2"/>
          <a:srcRect l="68414" t="6638" b="55332"/>
          <a:stretch/>
        </p:blipFill>
        <p:spPr>
          <a:xfrm>
            <a:off x="2390172" y="3605513"/>
            <a:ext cx="3850913" cy="2608071"/>
          </a:xfrm>
          <a:prstGeom prst="rect">
            <a:avLst/>
          </a:prstGeom>
        </p:spPr>
      </p:pic>
      <p:pic>
        <p:nvPicPr>
          <p:cNvPr id="6" name="Picture 5">
            <a:extLst>
              <a:ext uri="{FF2B5EF4-FFF2-40B4-BE49-F238E27FC236}">
                <a16:creationId xmlns:a16="http://schemas.microsoft.com/office/drawing/2014/main" id="{3461D56C-EA17-42BC-91F6-2F21EAB298E7}"/>
              </a:ext>
            </a:extLst>
          </p:cNvPr>
          <p:cNvPicPr>
            <a:picLocks noChangeAspect="1"/>
          </p:cNvPicPr>
          <p:nvPr/>
        </p:nvPicPr>
        <p:blipFill rotWithShape="1">
          <a:blip r:embed="rId3"/>
          <a:srcRect b="47426"/>
          <a:stretch/>
        </p:blipFill>
        <p:spPr>
          <a:xfrm>
            <a:off x="0" y="0"/>
            <a:ext cx="12192000" cy="3605513"/>
          </a:xfrm>
          <a:prstGeom prst="rect">
            <a:avLst/>
          </a:prstGeom>
        </p:spPr>
      </p:pic>
      <p:pic>
        <p:nvPicPr>
          <p:cNvPr id="7" name="Picture 6">
            <a:extLst>
              <a:ext uri="{FF2B5EF4-FFF2-40B4-BE49-F238E27FC236}">
                <a16:creationId xmlns:a16="http://schemas.microsoft.com/office/drawing/2014/main" id="{D79F071C-5DAF-4A37-89BA-943D2463467A}"/>
              </a:ext>
            </a:extLst>
          </p:cNvPr>
          <p:cNvPicPr>
            <a:picLocks noChangeAspect="1"/>
          </p:cNvPicPr>
          <p:nvPr/>
        </p:nvPicPr>
        <p:blipFill rotWithShape="1">
          <a:blip r:embed="rId4"/>
          <a:srcRect l="68607" t="6666" b="51946"/>
          <a:stretch/>
        </p:blipFill>
        <p:spPr>
          <a:xfrm>
            <a:off x="6241085" y="3605513"/>
            <a:ext cx="3516902" cy="2608071"/>
          </a:xfrm>
          <a:prstGeom prst="rect">
            <a:avLst/>
          </a:prstGeom>
        </p:spPr>
      </p:pic>
    </p:spTree>
    <p:extLst>
      <p:ext uri="{BB962C8B-B14F-4D97-AF65-F5344CB8AC3E}">
        <p14:creationId xmlns:p14="http://schemas.microsoft.com/office/powerpoint/2010/main" val="3878384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606E1-982B-4213-B402-7D4107E7547E}"/>
              </a:ext>
            </a:extLst>
          </p:cNvPr>
          <p:cNvSpPr>
            <a:spLocks noGrp="1"/>
          </p:cNvSpPr>
          <p:nvPr>
            <p:ph type="title"/>
          </p:nvPr>
        </p:nvSpPr>
        <p:spPr/>
        <p:txBody>
          <a:bodyPr/>
          <a:lstStyle/>
          <a:p>
            <a:r>
              <a:rPr lang="en-US" dirty="0"/>
              <a:t>Timer Script</a:t>
            </a:r>
          </a:p>
        </p:txBody>
      </p:sp>
      <p:sp>
        <p:nvSpPr>
          <p:cNvPr id="3" name="Content Placeholder 2">
            <a:extLst>
              <a:ext uri="{FF2B5EF4-FFF2-40B4-BE49-F238E27FC236}">
                <a16:creationId xmlns:a16="http://schemas.microsoft.com/office/drawing/2014/main" id="{D7FCCB0A-01A5-4BBD-B99A-53ADE0D67B96}"/>
              </a:ext>
            </a:extLst>
          </p:cNvPr>
          <p:cNvSpPr>
            <a:spLocks noGrp="1"/>
          </p:cNvSpPr>
          <p:nvPr>
            <p:ph idx="1"/>
          </p:nvPr>
        </p:nvSpPr>
        <p:spPr/>
        <p:txBody>
          <a:bodyPr/>
          <a:lstStyle/>
          <a:p>
            <a:r>
              <a:rPr lang="en-US" dirty="0"/>
              <a:t>The script we will develop will need to count down from 2 minutes. This will be triggered the moment the player picks the bow up and the game will end at the end of the timer. At the end of the game we will remove the bow from the player and enable the pointer</a:t>
            </a:r>
          </a:p>
        </p:txBody>
      </p:sp>
    </p:spTree>
    <p:extLst>
      <p:ext uri="{BB962C8B-B14F-4D97-AF65-F5344CB8AC3E}">
        <p14:creationId xmlns:p14="http://schemas.microsoft.com/office/powerpoint/2010/main" val="3909259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B020D-3C1C-4A6B-9FC2-9911654555F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3DA141-CB68-454E-84C9-875AEF317D1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482896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otalTime>1074</TotalTime>
  <Words>110</Words>
  <Application>Microsoft Office PowerPoint</Application>
  <PresentationFormat>Widescreen</PresentationFormat>
  <Paragraphs>6</Paragraphs>
  <Slides>5</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5</vt:i4>
      </vt:variant>
    </vt:vector>
  </HeadingPairs>
  <TitlesOfParts>
    <vt:vector size="10" baseType="lpstr">
      <vt:lpstr>Arial</vt:lpstr>
      <vt:lpstr>Calibri</vt:lpstr>
      <vt:lpstr>Calibri Light</vt:lpstr>
      <vt:lpstr>Office Theme</vt:lpstr>
      <vt:lpstr>Retrospect</vt:lpstr>
      <vt:lpstr>Intro to VR – Minigame</vt:lpstr>
      <vt:lpstr>Minigame HUD</vt:lpstr>
      <vt:lpstr>PowerPoint Presentation</vt:lpstr>
      <vt:lpstr>Timer Script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VR – Scripting 1</dc:title>
  <dc:creator>Jeremy</dc:creator>
  <cp:lastModifiedBy>Jeremy</cp:lastModifiedBy>
  <cp:revision>74</cp:revision>
  <dcterms:created xsi:type="dcterms:W3CDTF">2019-04-28T15:14:50Z</dcterms:created>
  <dcterms:modified xsi:type="dcterms:W3CDTF">2019-05-01T09:01:35Z</dcterms:modified>
</cp:coreProperties>
</file>